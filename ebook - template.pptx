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58" r:id="rId3"/>
    <p:sldId id="259" r:id="rId4"/>
    <p:sldId id="260" r:id="rId5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FFFE"/>
    <a:srgbClr val="36ABFF"/>
    <a:srgbClr val="0D0A27"/>
    <a:srgbClr val="37ABFF"/>
    <a:srgbClr val="F1FEFE"/>
    <a:srgbClr val="85A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45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3162" y="108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8B089FE-5646-9CF7-A0CD-D9371092F7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8ADF765-FF2C-6672-30DF-4E02B0FCB8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237D1-EB3E-42ED-8017-A3E0F540A544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EF68CF-250A-55FC-E1E4-D9C6F5A555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12F9274-313E-B987-AB97-907ACC11A2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93A92-22D6-4927-AF67-7D3B866A4A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333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8E0544-B9E7-47A8-ABD7-B3CFDECA6595}" type="datetimeFigureOut">
              <a:rPr lang="pt-BR" smtClean="0"/>
              <a:t>18/10/2025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A01F6-44E6-448B-9319-3BC869F75E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810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0072-6D31-42F3-B5CC-185B6D0A6822}" type="datetime1">
              <a:rPr lang="pt-BR" smtClean="0"/>
              <a:t>18/10/2025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540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5A0BC-388F-4CA7-BE51-03B9510F86C7}" type="datetime1">
              <a:rPr lang="pt-BR" smtClean="0"/>
              <a:t>18/10/2025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109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B0A53-1723-472B-8809-AF93A93C6B7D}" type="datetime1">
              <a:rPr lang="pt-BR" smtClean="0"/>
              <a:t>18/10/2025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98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D0C2-0B29-4E63-8862-AEF7CD2FD74C}" type="datetime1">
              <a:rPr lang="pt-BR" smtClean="0"/>
              <a:t>18/10/2025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093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68ADD-7F35-4AEB-BEB1-AD3CCDF011CE}" type="datetime1">
              <a:rPr lang="pt-BR" smtClean="0"/>
              <a:t>18/10/2025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575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6779A-9BC4-4AC0-8880-1B792DDACBDD}" type="datetime1">
              <a:rPr lang="pt-BR" smtClean="0"/>
              <a:t>18/10/2025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546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5754-B528-45A3-9A7A-655123E17D0E}" type="datetime1">
              <a:rPr lang="pt-BR" smtClean="0"/>
              <a:t>18/10/2025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94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BC77C-1A26-4515-863F-461CD234F563}" type="datetime1">
              <a:rPr lang="pt-BR" smtClean="0"/>
              <a:t>18/10/2025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091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6D11F-A570-44DC-98A9-9E7070BCD645}" type="datetime1">
              <a:rPr lang="pt-BR" smtClean="0"/>
              <a:t>18/10/2025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609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6D1A7-EFFC-4966-822B-4C00AB2CB4F1}" type="datetime1">
              <a:rPr lang="pt-BR" smtClean="0"/>
              <a:t>18/10/2025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203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B7C60-0DA7-42D4-A820-E1D03EB49949}" type="datetime1">
              <a:rPr lang="pt-BR" smtClean="0"/>
              <a:t>18/10/2025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17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CAA1B-DFB8-467D-A20E-1BF5C572C99B}" type="datetime1">
              <a:rPr lang="pt-BR" smtClean="0"/>
              <a:t>18/10/2025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392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ulo">
            <a:extLst>
              <a:ext uri="{FF2B5EF4-FFF2-40B4-BE49-F238E27FC236}">
                <a16:creationId xmlns:a16="http://schemas.microsoft.com/office/drawing/2014/main" id="{429024B7-8E30-E5DB-74CA-5CCE07B84C5A}"/>
              </a:ext>
            </a:extLst>
          </p:cNvPr>
          <p:cNvSpPr txBox="1"/>
          <p:nvPr/>
        </p:nvSpPr>
        <p:spPr>
          <a:xfrm>
            <a:off x="1133243" y="2446960"/>
            <a:ext cx="76352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  <a:latin typeface="Impact" panose="020B0806030902050204" pitchFamily="34" charset="0"/>
              </a:rPr>
              <a:t>DOMINE A FOÇA DOS SELETORES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B74BF16-84FA-CA2C-E7C7-4E241E59F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01200" cy="128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18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31BC1-CE4E-2E89-C5FB-A9B5D1E32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6E8B51F8-4AEF-E426-F9B0-1531443E49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9711559" cy="12801601"/>
          </a:xfr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3DE9EE7-B7D7-DC6B-D6F3-559773F80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0975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F3DEDC5-BC24-D681-EF58-BB8BD7E4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3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C6DC10A-B3E2-C6CE-641E-C8E874F80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01200" cy="1280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81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2F9331-DA91-A763-74C1-0BE31FD21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0EED6775-7A86-BAEA-52EA-007179970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680028" cy="12801600"/>
          </a:xfr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F74EEDC-8F89-5FFD-212A-F416F1F85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64907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5137</TotalTime>
  <Words>8</Words>
  <Application>Microsoft Office PowerPoint</Application>
  <PresentationFormat>Papel A3 (297 x 420 mm)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Felipe Silva Aguiar</dc:creator>
  <cp:lastModifiedBy>Michelle Vilela</cp:lastModifiedBy>
  <cp:revision>16</cp:revision>
  <dcterms:created xsi:type="dcterms:W3CDTF">2023-06-15T14:34:16Z</dcterms:created>
  <dcterms:modified xsi:type="dcterms:W3CDTF">2025-10-18T22:10:54Z</dcterms:modified>
</cp:coreProperties>
</file>